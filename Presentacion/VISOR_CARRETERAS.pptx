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media/image1.jpeg" ContentType="image/jpeg"/>
  <Override PartName="/ppt/media/image3.png" ContentType="image/png"/>
  <Override PartName="/ppt/media/image2.jpeg" ContentType="image/jpeg"/>
  <Override PartName="/ppt/media/image8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297440" y="2090160"/>
            <a:ext cx="809640" cy="3880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809640" cy="3880800"/>
          </a:xfrm>
          <a:prstGeom prst="rect">
            <a:avLst/>
          </a:prstGeom>
        </p:spPr>
        <p:txBody>
          <a:bodyPr lIns="0" rIns="0" tIns="0" bIns="0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1297440" y="524880"/>
            <a:ext cx="7038000" cy="564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171252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297440" y="411768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171252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157140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184572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129744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157140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184572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297440" y="2090160"/>
            <a:ext cx="809640" cy="3880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809640" cy="3880800"/>
          </a:xfrm>
          <a:prstGeom prst="rect">
            <a:avLst/>
          </a:prstGeom>
        </p:spPr>
        <p:txBody>
          <a:bodyPr lIns="0" rIns="0" tIns="0" bIns="0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ubTitle"/>
          </p:nvPr>
        </p:nvSpPr>
        <p:spPr>
          <a:xfrm>
            <a:off x="1297440" y="524880"/>
            <a:ext cx="7038000" cy="564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171252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1297440" y="411768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body"/>
          </p:nvPr>
        </p:nvSpPr>
        <p:spPr>
          <a:xfrm>
            <a:off x="171252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157140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184572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129744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body"/>
          </p:nvPr>
        </p:nvSpPr>
        <p:spPr>
          <a:xfrm>
            <a:off x="157140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00" name="PlaceHolder 7"/>
          <p:cNvSpPr>
            <a:spLocks noGrp="1"/>
          </p:cNvSpPr>
          <p:nvPr>
            <p:ph type="body"/>
          </p:nvPr>
        </p:nvSpPr>
        <p:spPr>
          <a:xfrm>
            <a:off x="184572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1297440" y="2090160"/>
            <a:ext cx="809640" cy="3880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809640" cy="3880800"/>
          </a:xfrm>
          <a:prstGeom prst="rect">
            <a:avLst/>
          </a:prstGeom>
        </p:spPr>
        <p:txBody>
          <a:bodyPr lIns="0" rIns="0" tIns="0" bIns="0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297440" y="524880"/>
            <a:ext cx="7038000" cy="564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171252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1297440" y="411768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171252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157140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184572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129744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40" name="PlaceHolder 6"/>
          <p:cNvSpPr>
            <a:spLocks noGrp="1"/>
          </p:cNvSpPr>
          <p:nvPr>
            <p:ph type="body"/>
          </p:nvPr>
        </p:nvSpPr>
        <p:spPr>
          <a:xfrm>
            <a:off x="157140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41" name="PlaceHolder 7"/>
          <p:cNvSpPr>
            <a:spLocks noGrp="1"/>
          </p:cNvSpPr>
          <p:nvPr>
            <p:ph type="body"/>
          </p:nvPr>
        </p:nvSpPr>
        <p:spPr>
          <a:xfrm>
            <a:off x="184572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ubTitle"/>
          </p:nvPr>
        </p:nvSpPr>
        <p:spPr>
          <a:xfrm>
            <a:off x="1297440" y="2090160"/>
            <a:ext cx="809640" cy="3880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809640" cy="3880800"/>
          </a:xfrm>
          <a:prstGeom prst="rect">
            <a:avLst/>
          </a:prstGeom>
        </p:spPr>
        <p:txBody>
          <a:bodyPr lIns="0" rIns="0" tIns="0" bIns="0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ubTitle"/>
          </p:nvPr>
        </p:nvSpPr>
        <p:spPr>
          <a:xfrm>
            <a:off x="1297440" y="524880"/>
            <a:ext cx="7038000" cy="564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body"/>
          </p:nvPr>
        </p:nvSpPr>
        <p:spPr>
          <a:xfrm>
            <a:off x="171252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1297440" y="411768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6" name="PlaceHolder 5"/>
          <p:cNvSpPr>
            <a:spLocks noGrp="1"/>
          </p:cNvSpPr>
          <p:nvPr>
            <p:ph type="body"/>
          </p:nvPr>
        </p:nvSpPr>
        <p:spPr>
          <a:xfrm>
            <a:off x="171252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157140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184572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body"/>
          </p:nvPr>
        </p:nvSpPr>
        <p:spPr>
          <a:xfrm>
            <a:off x="129744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82" name="PlaceHolder 6"/>
          <p:cNvSpPr>
            <a:spLocks noGrp="1"/>
          </p:cNvSpPr>
          <p:nvPr>
            <p:ph type="body"/>
          </p:nvPr>
        </p:nvSpPr>
        <p:spPr>
          <a:xfrm>
            <a:off x="157140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83" name="PlaceHolder 7"/>
          <p:cNvSpPr>
            <a:spLocks noGrp="1"/>
          </p:cNvSpPr>
          <p:nvPr>
            <p:ph type="body"/>
          </p:nvPr>
        </p:nvSpPr>
        <p:spPr>
          <a:xfrm>
            <a:off x="184572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ubTitle"/>
          </p:nvPr>
        </p:nvSpPr>
        <p:spPr>
          <a:xfrm>
            <a:off x="1297440" y="2090160"/>
            <a:ext cx="809640" cy="3880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809640" cy="3880800"/>
          </a:xfrm>
          <a:prstGeom prst="rect">
            <a:avLst/>
          </a:prstGeom>
        </p:spPr>
        <p:txBody>
          <a:bodyPr lIns="0" rIns="0" tIns="0" bIns="0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ubTitle"/>
          </p:nvPr>
        </p:nvSpPr>
        <p:spPr>
          <a:xfrm>
            <a:off x="1297440" y="524880"/>
            <a:ext cx="7038000" cy="564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171252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1297440" y="411768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body"/>
          </p:nvPr>
        </p:nvSpPr>
        <p:spPr>
          <a:xfrm>
            <a:off x="171252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157140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body"/>
          </p:nvPr>
        </p:nvSpPr>
        <p:spPr>
          <a:xfrm>
            <a:off x="184572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 type="body"/>
          </p:nvPr>
        </p:nvSpPr>
        <p:spPr>
          <a:xfrm>
            <a:off x="129744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9" name="PlaceHolder 6"/>
          <p:cNvSpPr>
            <a:spLocks noGrp="1"/>
          </p:cNvSpPr>
          <p:nvPr>
            <p:ph type="body"/>
          </p:nvPr>
        </p:nvSpPr>
        <p:spPr>
          <a:xfrm>
            <a:off x="157140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40" name="PlaceHolder 7"/>
          <p:cNvSpPr>
            <a:spLocks noGrp="1"/>
          </p:cNvSpPr>
          <p:nvPr>
            <p:ph type="body"/>
          </p:nvPr>
        </p:nvSpPr>
        <p:spPr>
          <a:xfrm>
            <a:off x="184572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subTitle"/>
          </p:nvPr>
        </p:nvSpPr>
        <p:spPr>
          <a:xfrm>
            <a:off x="1297440" y="2090160"/>
            <a:ext cx="809640" cy="3880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809640" cy="3880800"/>
          </a:xfrm>
          <a:prstGeom prst="rect">
            <a:avLst/>
          </a:prstGeom>
        </p:spPr>
        <p:txBody>
          <a:bodyPr lIns="0" rIns="0" tIns="0" bIns="0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ubTitle"/>
          </p:nvPr>
        </p:nvSpPr>
        <p:spPr>
          <a:xfrm>
            <a:off x="1297440" y="524880"/>
            <a:ext cx="7038000" cy="564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3880800"/>
          </a:xfrm>
          <a:prstGeom prst="rect">
            <a:avLst/>
          </a:prstGeom>
        </p:spPr>
        <p:txBody>
          <a:bodyPr lIns="0" rIns="0" tIns="0" bIns="0">
            <a:normAutofit fontScale="2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 type="body"/>
          </p:nvPr>
        </p:nvSpPr>
        <p:spPr>
          <a:xfrm>
            <a:off x="171252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body"/>
          </p:nvPr>
        </p:nvSpPr>
        <p:spPr>
          <a:xfrm>
            <a:off x="1297440" y="4117680"/>
            <a:ext cx="809640" cy="1851120"/>
          </a:xfrm>
          <a:prstGeom prst="rect">
            <a:avLst/>
          </a:prstGeom>
        </p:spPr>
        <p:txBody>
          <a:bodyPr lIns="0" rIns="0" tIns="0" bIns="0">
            <a:normAutofit fontScale="14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1712520" y="209016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129744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/>
          </p:nvPr>
        </p:nvSpPr>
        <p:spPr>
          <a:xfrm>
            <a:off x="1712520" y="4117680"/>
            <a:ext cx="39492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157140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body"/>
          </p:nvPr>
        </p:nvSpPr>
        <p:spPr>
          <a:xfrm>
            <a:off x="1845720" y="209016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body"/>
          </p:nvPr>
        </p:nvSpPr>
        <p:spPr>
          <a:xfrm>
            <a:off x="129744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77" name="PlaceHolder 6"/>
          <p:cNvSpPr>
            <a:spLocks noGrp="1"/>
          </p:cNvSpPr>
          <p:nvPr>
            <p:ph type="body"/>
          </p:nvPr>
        </p:nvSpPr>
        <p:spPr>
          <a:xfrm>
            <a:off x="157140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78" name="PlaceHolder 7"/>
          <p:cNvSpPr>
            <a:spLocks noGrp="1"/>
          </p:cNvSpPr>
          <p:nvPr>
            <p:ph type="body"/>
          </p:nvPr>
        </p:nvSpPr>
        <p:spPr>
          <a:xfrm>
            <a:off x="1845720" y="4117680"/>
            <a:ext cx="260640" cy="1851120"/>
          </a:xfrm>
          <a:prstGeom prst="rect">
            <a:avLst/>
          </a:prstGeom>
        </p:spPr>
        <p:txBody>
          <a:bodyPr lIns="0" rIns="0" tIns="0" bIns="0">
            <a:normAutofit fontScale="7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 rot="5400000">
            <a:off x="7227360" y="273600"/>
            <a:ext cx="2190600" cy="1642680"/>
          </a:xfrm>
          <a:prstGeom prst="diagStripe">
            <a:avLst>
              <a:gd name="adj" fmla="val 0"/>
            </a:avLst>
          </a:prstGeom>
          <a:solidFill>
            <a:schemeClr val="lt1">
              <a:alpha val="3000"/>
            </a:scheme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" name="Group 2"/>
          <p:cNvGrpSpPr/>
          <p:nvPr/>
        </p:nvGrpSpPr>
        <p:grpSpPr>
          <a:xfrm>
            <a:off x="720" y="1800"/>
            <a:ext cx="5152680" cy="6844680"/>
            <a:chOff x="720" y="1800"/>
            <a:chExt cx="5152680" cy="6844680"/>
          </a:xfrm>
        </p:grpSpPr>
        <p:sp>
          <p:nvSpPr>
            <p:cNvPr id="2" name="CustomShape 3"/>
            <p:cNvSpPr/>
            <p:nvPr/>
          </p:nvSpPr>
          <p:spPr>
            <a:xfrm rot="16200000">
              <a:off x="-844920" y="847800"/>
              <a:ext cx="6844320" cy="51526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CustomShape 4"/>
            <p:cNvSpPr/>
            <p:nvPr/>
          </p:nvSpPr>
          <p:spPr>
            <a:xfrm rot="16200000">
              <a:off x="-655200" y="2180160"/>
              <a:ext cx="5308560" cy="39960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CustomShape 5"/>
            <p:cNvSpPr/>
            <p:nvPr/>
          </p:nvSpPr>
          <p:spPr>
            <a:xfrm rot="16200000">
              <a:off x="-375120" y="379440"/>
              <a:ext cx="3054240" cy="22989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CustomShape 6"/>
            <p:cNvSpPr/>
            <p:nvPr/>
          </p:nvSpPr>
          <p:spPr>
            <a:xfrm flipH="1">
              <a:off x="651960" y="784440"/>
              <a:ext cx="2298960" cy="30542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1"/>
          <p:cNvGrpSpPr/>
          <p:nvPr/>
        </p:nvGrpSpPr>
        <p:grpSpPr>
          <a:xfrm>
            <a:off x="4407480" y="-720"/>
            <a:ext cx="4736520" cy="6858000"/>
            <a:chOff x="4407480" y="-720"/>
            <a:chExt cx="4736520" cy="6858000"/>
          </a:xfrm>
        </p:grpSpPr>
        <p:sp>
          <p:nvSpPr>
            <p:cNvPr id="45" name="CustomShape 2"/>
            <p:cNvSpPr/>
            <p:nvPr/>
          </p:nvSpPr>
          <p:spPr>
            <a:xfrm rot="5400000">
              <a:off x="3620160" y="786240"/>
              <a:ext cx="6310800" cy="473652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" name="CustomShape 3"/>
            <p:cNvSpPr/>
            <p:nvPr/>
          </p:nvSpPr>
          <p:spPr>
            <a:xfrm rot="5400000">
              <a:off x="4124880" y="720720"/>
              <a:ext cx="5729400" cy="42858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" name="CustomShape 4"/>
            <p:cNvSpPr/>
            <p:nvPr/>
          </p:nvSpPr>
          <p:spPr>
            <a:xfrm rot="16200000">
              <a:off x="5483880" y="178452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" name="CustomShape 5"/>
            <p:cNvSpPr/>
            <p:nvPr/>
          </p:nvSpPr>
          <p:spPr>
            <a:xfrm flipH="1">
              <a:off x="5849280" y="192528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" name="CustomShape 6"/>
            <p:cNvSpPr/>
            <p:nvPr/>
          </p:nvSpPr>
          <p:spPr>
            <a:xfrm rot="16200000">
              <a:off x="5852520" y="342828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" name="CustomShape 7"/>
            <p:cNvSpPr/>
            <p:nvPr/>
          </p:nvSpPr>
          <p:spPr>
            <a:xfrm flipH="1">
              <a:off x="6221520" y="356904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" name="CustomShape 8"/>
            <p:cNvSpPr/>
            <p:nvPr/>
          </p:nvSpPr>
          <p:spPr>
            <a:xfrm rot="16200000">
              <a:off x="6540840" y="261864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" name="CustomShape 9"/>
            <p:cNvSpPr/>
            <p:nvPr/>
          </p:nvSpPr>
          <p:spPr>
            <a:xfrm flipH="1">
              <a:off x="6907320" y="275940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" name="CustomShape 10"/>
            <p:cNvSpPr/>
            <p:nvPr/>
          </p:nvSpPr>
          <p:spPr>
            <a:xfrm rot="16200000">
              <a:off x="6726600" y="343944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" name="CustomShape 11"/>
            <p:cNvSpPr/>
            <p:nvPr/>
          </p:nvSpPr>
          <p:spPr>
            <a:xfrm flipH="1">
              <a:off x="7964640" y="359064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" name="CustomShape 12"/>
            <p:cNvSpPr/>
            <p:nvPr/>
          </p:nvSpPr>
          <p:spPr>
            <a:xfrm flipH="1">
              <a:off x="8144280" y="441144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" name="CustomShape 13"/>
            <p:cNvSpPr/>
            <p:nvPr/>
          </p:nvSpPr>
          <p:spPr>
            <a:xfrm rot="16200000">
              <a:off x="6913080" y="426240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" name="CustomShape 14"/>
            <p:cNvSpPr/>
            <p:nvPr/>
          </p:nvSpPr>
          <p:spPr>
            <a:xfrm flipH="1">
              <a:off x="7275960" y="440316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" name="CustomShape 15"/>
            <p:cNvSpPr/>
            <p:nvPr/>
          </p:nvSpPr>
          <p:spPr>
            <a:xfrm rot="16200000">
              <a:off x="7092720" y="508356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" name="CustomShape 16"/>
            <p:cNvSpPr/>
            <p:nvPr/>
          </p:nvSpPr>
          <p:spPr>
            <a:xfrm flipH="1">
              <a:off x="7461720" y="522432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" name="CustomShape 17"/>
            <p:cNvSpPr/>
            <p:nvPr/>
          </p:nvSpPr>
          <p:spPr>
            <a:xfrm rot="16200000">
              <a:off x="7967880" y="509364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" name="CustomShape 18"/>
            <p:cNvSpPr/>
            <p:nvPr/>
          </p:nvSpPr>
          <p:spPr>
            <a:xfrm flipH="1">
              <a:off x="8333640" y="523440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" name="CustomShape 19"/>
            <p:cNvSpPr/>
            <p:nvPr/>
          </p:nvSpPr>
          <p:spPr>
            <a:xfrm rot="16200000">
              <a:off x="8153640" y="591480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3" name="PlaceHolder 20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64" name="PlaceHolder 21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"/>
          <p:cNvGrpSpPr/>
          <p:nvPr/>
        </p:nvGrpSpPr>
        <p:grpSpPr>
          <a:xfrm>
            <a:off x="720" y="509400"/>
            <a:ext cx="1035360" cy="1352520"/>
            <a:chOff x="720" y="509400"/>
            <a:chExt cx="1035360" cy="1352520"/>
          </a:xfrm>
        </p:grpSpPr>
        <p:sp>
          <p:nvSpPr>
            <p:cNvPr id="102" name="CustomShape 2"/>
            <p:cNvSpPr/>
            <p:nvPr/>
          </p:nvSpPr>
          <p:spPr>
            <a:xfrm rot="16200000">
              <a:off x="-133560" y="64404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CustomShape 3"/>
            <p:cNvSpPr/>
            <p:nvPr/>
          </p:nvSpPr>
          <p:spPr>
            <a:xfrm flipH="1">
              <a:off x="228240" y="78480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1"/>
          <p:cNvGrpSpPr/>
          <p:nvPr/>
        </p:nvGrpSpPr>
        <p:grpSpPr>
          <a:xfrm>
            <a:off x="720" y="509400"/>
            <a:ext cx="1035360" cy="1352520"/>
            <a:chOff x="720" y="509400"/>
            <a:chExt cx="1035360" cy="1352520"/>
          </a:xfrm>
        </p:grpSpPr>
        <p:sp>
          <p:nvSpPr>
            <p:cNvPr id="143" name="CustomShape 2"/>
            <p:cNvSpPr/>
            <p:nvPr/>
          </p:nvSpPr>
          <p:spPr>
            <a:xfrm rot="16200000">
              <a:off x="-133560" y="64404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CustomShape 3"/>
            <p:cNvSpPr/>
            <p:nvPr/>
          </p:nvSpPr>
          <p:spPr>
            <a:xfrm flipH="1">
              <a:off x="228240" y="78480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5" name="PlaceHolder 4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1800" spc="-1" strike="noStrike">
                <a:latin typeface="Arial"/>
              </a:rPr>
              <a:t>Pulse para editar el formato del texto de título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body"/>
          </p:nvPr>
        </p:nvSpPr>
        <p:spPr>
          <a:xfrm>
            <a:off x="1297440" y="2090160"/>
            <a:ext cx="809640" cy="3880800"/>
          </a:xfrm>
          <a:prstGeom prst="rect">
            <a:avLst/>
          </a:prstGeom>
        </p:spPr>
        <p:txBody>
          <a:bodyPr lIns="0" rIns="0" tIns="0" bIns="0">
            <a:normAutofit fontScale="2000"/>
          </a:bodyPr>
          <a:p>
            <a:pPr marL="432000" indent="-324000" algn="ctr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Pulse para editar el formato de texto del esquema</a:t>
            </a:r>
            <a:endParaRPr b="0" lang="es-E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Segundo nivel del esquema</a:t>
            </a:r>
            <a:endParaRPr b="0" lang="es-E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Tercer nivel del esquema</a:t>
            </a:r>
            <a:endParaRPr b="0" lang="es-E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Cuarto nivel del esquema</a:t>
            </a:r>
            <a:endParaRPr b="0" lang="es-E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Quinto nivel del esquema</a:t>
            </a:r>
            <a:endParaRPr b="0" lang="es-E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Sexto nivel del esquema</a:t>
            </a:r>
            <a:endParaRPr b="0" lang="es-E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Séptimo nivel del esquema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147" name="PlaceHolder 6"/>
          <p:cNvSpPr>
            <a:spLocks noGrp="1"/>
          </p:cNvSpPr>
          <p:nvPr>
            <p:ph type="body"/>
          </p:nvPr>
        </p:nvSpPr>
        <p:spPr>
          <a:xfrm>
            <a:off x="2148480" y="2090160"/>
            <a:ext cx="809640" cy="3880800"/>
          </a:xfrm>
          <a:prstGeom prst="rect">
            <a:avLst/>
          </a:prstGeom>
        </p:spPr>
        <p:txBody>
          <a:bodyPr lIns="0" rIns="0" tIns="0" bIns="0">
            <a:normAutofit fontScale="2000"/>
          </a:bodyPr>
          <a:p>
            <a:pPr marL="432000" indent="-324000" algn="ctr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Pulse para editar el formato de texto del esquema</a:t>
            </a:r>
            <a:endParaRPr b="0" lang="es-E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Segundo nivel del esquema</a:t>
            </a:r>
            <a:endParaRPr b="0" lang="es-E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Tercer nivel del esquema</a:t>
            </a:r>
            <a:endParaRPr b="0" lang="es-E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Cuarto nivel del esquema</a:t>
            </a:r>
            <a:endParaRPr b="0" lang="es-E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Quinto nivel del esquema</a:t>
            </a:r>
            <a:endParaRPr b="0" lang="es-E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Sexto nivel del esquema</a:t>
            </a:r>
            <a:endParaRPr b="0" lang="es-E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Séptimo nivel del esquema</a:t>
            </a:r>
            <a:endParaRPr b="0" lang="es-E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1"/>
          <p:cNvGrpSpPr/>
          <p:nvPr/>
        </p:nvGrpSpPr>
        <p:grpSpPr>
          <a:xfrm>
            <a:off x="4407480" y="-720"/>
            <a:ext cx="4736520" cy="6858720"/>
            <a:chOff x="4407480" y="-720"/>
            <a:chExt cx="4736520" cy="6858720"/>
          </a:xfrm>
        </p:grpSpPr>
        <p:sp>
          <p:nvSpPr>
            <p:cNvPr id="185" name="CustomShape 2"/>
            <p:cNvSpPr/>
            <p:nvPr/>
          </p:nvSpPr>
          <p:spPr>
            <a:xfrm rot="5400000">
              <a:off x="3619800" y="786600"/>
              <a:ext cx="6311520" cy="473652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" name="CustomShape 3"/>
            <p:cNvSpPr/>
            <p:nvPr/>
          </p:nvSpPr>
          <p:spPr>
            <a:xfrm rot="5400000">
              <a:off x="4125240" y="721440"/>
              <a:ext cx="5730480" cy="42858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" name="CustomShape 4"/>
            <p:cNvSpPr/>
            <p:nvPr/>
          </p:nvSpPr>
          <p:spPr>
            <a:xfrm rot="16200000">
              <a:off x="5483880" y="178488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" name="CustomShape 5"/>
            <p:cNvSpPr/>
            <p:nvPr/>
          </p:nvSpPr>
          <p:spPr>
            <a:xfrm flipH="1">
              <a:off x="5849280" y="192528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CustomShape 6"/>
            <p:cNvSpPr/>
            <p:nvPr/>
          </p:nvSpPr>
          <p:spPr>
            <a:xfrm rot="16200000">
              <a:off x="5852520" y="342864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" name="CustomShape 7"/>
            <p:cNvSpPr/>
            <p:nvPr/>
          </p:nvSpPr>
          <p:spPr>
            <a:xfrm flipH="1">
              <a:off x="6221520" y="356940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" name="CustomShape 8"/>
            <p:cNvSpPr/>
            <p:nvPr/>
          </p:nvSpPr>
          <p:spPr>
            <a:xfrm rot="16200000">
              <a:off x="6540840" y="261900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CustomShape 9"/>
            <p:cNvSpPr/>
            <p:nvPr/>
          </p:nvSpPr>
          <p:spPr>
            <a:xfrm flipH="1">
              <a:off x="6907320" y="275940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CustomShape 10"/>
            <p:cNvSpPr/>
            <p:nvPr/>
          </p:nvSpPr>
          <p:spPr>
            <a:xfrm rot="16200000">
              <a:off x="6726600" y="343980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CustomShape 11"/>
            <p:cNvSpPr/>
            <p:nvPr/>
          </p:nvSpPr>
          <p:spPr>
            <a:xfrm flipH="1">
              <a:off x="7964640" y="359100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CustomShape 12"/>
            <p:cNvSpPr/>
            <p:nvPr/>
          </p:nvSpPr>
          <p:spPr>
            <a:xfrm flipH="1">
              <a:off x="8144280" y="441180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CustomShape 13"/>
            <p:cNvSpPr/>
            <p:nvPr/>
          </p:nvSpPr>
          <p:spPr>
            <a:xfrm rot="16200000">
              <a:off x="6913080" y="426276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CustomShape 14"/>
            <p:cNvSpPr/>
            <p:nvPr/>
          </p:nvSpPr>
          <p:spPr>
            <a:xfrm flipH="1">
              <a:off x="7275960" y="440352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CustomShape 15"/>
            <p:cNvSpPr/>
            <p:nvPr/>
          </p:nvSpPr>
          <p:spPr>
            <a:xfrm rot="16200000">
              <a:off x="7092720" y="508392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CustomShape 16"/>
            <p:cNvSpPr/>
            <p:nvPr/>
          </p:nvSpPr>
          <p:spPr>
            <a:xfrm flipH="1">
              <a:off x="7461720" y="522468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CustomShape 17"/>
            <p:cNvSpPr/>
            <p:nvPr/>
          </p:nvSpPr>
          <p:spPr>
            <a:xfrm rot="16200000">
              <a:off x="7967880" y="509436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CustomShape 18"/>
            <p:cNvSpPr/>
            <p:nvPr/>
          </p:nvSpPr>
          <p:spPr>
            <a:xfrm flipH="1">
              <a:off x="8333640" y="5234760"/>
              <a:ext cx="807840" cy="107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" name="CustomShape 19"/>
            <p:cNvSpPr/>
            <p:nvPr/>
          </p:nvSpPr>
          <p:spPr>
            <a:xfrm rot="16200000">
              <a:off x="8153640" y="5915520"/>
              <a:ext cx="1077120" cy="8078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03" name="PlaceHolder 20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204" name="PlaceHolder 21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297440" y="524880"/>
            <a:ext cx="7038000" cy="121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1800" spc="-1" strike="noStrike">
                <a:latin typeface="Arial"/>
              </a:rPr>
              <a:t>Pulse para editar el formato del texto de título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1297440" y="2090160"/>
            <a:ext cx="1659600" cy="3880800"/>
          </a:xfrm>
          <a:prstGeom prst="rect">
            <a:avLst/>
          </a:prstGeom>
        </p:spPr>
        <p:txBody>
          <a:bodyPr lIns="0" rIns="0" tIns="0" bIns="0">
            <a:normAutofit fontScale="4000"/>
          </a:bodyPr>
          <a:p>
            <a:pPr marL="432000" indent="-324000" algn="ctr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Pulse para editar el formato de texto del esquema</a:t>
            </a:r>
            <a:endParaRPr b="0" lang="es-E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Segundo nivel del esquema</a:t>
            </a:r>
            <a:endParaRPr b="0" lang="es-E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Tercer nivel del esquema</a:t>
            </a:r>
            <a:endParaRPr b="0" lang="es-E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Cuarto nivel del esquema</a:t>
            </a:r>
            <a:endParaRPr b="0" lang="es-E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Quinto nivel del esquema</a:t>
            </a:r>
            <a:endParaRPr b="0" lang="es-E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Sexto nivel del esquema</a:t>
            </a:r>
            <a:endParaRPr b="0" lang="es-E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Séptimo nivel del esquema</a:t>
            </a:r>
            <a:endParaRPr b="0" lang="es-E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6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3537000" y="2104560"/>
            <a:ext cx="5016600" cy="210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</a:pPr>
            <a:r>
              <a:rPr b="0" lang="es" sz="4000" spc="-1" strike="noStrike">
                <a:solidFill>
                  <a:srgbClr val="ffffff"/>
                </a:solidFill>
                <a:latin typeface="Montserrat"/>
                <a:ea typeface="Montserrat"/>
              </a:rPr>
              <a:t>Visor Carreteras</a:t>
            </a:r>
            <a:endParaRPr b="0" lang="es-ES" sz="4000" spc="-1" strike="noStrike">
              <a:latin typeface="Arial"/>
            </a:endParaRPr>
          </a:p>
        </p:txBody>
      </p:sp>
      <p:sp>
        <p:nvSpPr>
          <p:cNvPr id="280" name="CustomShape 2"/>
          <p:cNvSpPr/>
          <p:nvPr/>
        </p:nvSpPr>
        <p:spPr>
          <a:xfrm>
            <a:off x="4474800" y="5763960"/>
            <a:ext cx="4356720" cy="67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</a:pPr>
            <a:r>
              <a:rPr b="0" lang="es" sz="1800" spc="-1" strike="noStrike">
                <a:solidFill>
                  <a:srgbClr val="ffffff"/>
                </a:solidFill>
                <a:latin typeface="Lato"/>
                <a:ea typeface="Lato"/>
              </a:rPr>
              <a:t>Aplicación creada por:  Pablo Vidal Sande.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281" name="" descr=""/>
          <p:cNvPicPr/>
          <p:nvPr/>
        </p:nvPicPr>
        <p:blipFill>
          <a:blip r:embed="rId1"/>
          <a:stretch/>
        </p:blipFill>
        <p:spPr>
          <a:xfrm>
            <a:off x="3932640" y="2952000"/>
            <a:ext cx="3338640" cy="21456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CustomShape 1"/>
          <p:cNvSpPr/>
          <p:nvPr/>
        </p:nvSpPr>
        <p:spPr>
          <a:xfrm>
            <a:off x="1397160" y="2716200"/>
            <a:ext cx="4586040" cy="1530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0" lang="es" sz="2800" spc="-1" strike="noStrike">
                <a:solidFill>
                  <a:srgbClr val="ffffff"/>
                </a:solidFill>
                <a:latin typeface="Montserrat"/>
                <a:ea typeface="Montserrat"/>
              </a:rPr>
              <a:t>Qué es este visor? </a:t>
            </a:r>
            <a:endParaRPr b="0" lang="es-E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CustomShape 1"/>
          <p:cNvSpPr/>
          <p:nvPr/>
        </p:nvSpPr>
        <p:spPr>
          <a:xfrm>
            <a:off x="1297440" y="524880"/>
            <a:ext cx="7038000" cy="12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CustomShape 2"/>
          <p:cNvSpPr/>
          <p:nvPr/>
        </p:nvSpPr>
        <p:spPr>
          <a:xfrm>
            <a:off x="1297440" y="2090160"/>
            <a:ext cx="7038000" cy="388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15000"/>
              </a:lnSpc>
            </a:pPr>
            <a:r>
              <a:rPr b="0" lang="es" sz="2400" spc="-1" strike="noStrike">
                <a:solidFill>
                  <a:srgbClr val="ffffff"/>
                </a:solidFill>
                <a:latin typeface="Lato"/>
                <a:ea typeface="Lato"/>
              </a:rPr>
              <a:t>Este visor es una aplicación web que en un principio está diseñada para concellos que aporta información precisa visualmente e informativa al usuario que desee utilizarla sobre varias posibles opciones.</a:t>
            </a:r>
            <a:endParaRPr b="0" lang="es-ES" sz="2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s-ES" sz="2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spcAft>
                <a:spcPts val="1599"/>
              </a:spcAft>
            </a:pPr>
            <a:endParaRPr b="0" lang="es-ES" sz="2400" spc="-1" strike="noStrike">
              <a:latin typeface="Arial"/>
            </a:endParaRPr>
          </a:p>
        </p:txBody>
      </p:sp>
      <p:sp>
        <p:nvSpPr>
          <p:cNvPr id="285" name="CustomShape 3"/>
          <p:cNvSpPr/>
          <p:nvPr/>
        </p:nvSpPr>
        <p:spPr>
          <a:xfrm>
            <a:off x="5119920" y="4840920"/>
            <a:ext cx="3215520" cy="1198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360">
            <a:solidFill>
              <a:schemeClr val="lt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</a:pPr>
            <a:r>
              <a:rPr b="0" lang="es" sz="2400" spc="-1" strike="noStrike">
                <a:solidFill>
                  <a:srgbClr val="82c7a5"/>
                </a:solidFill>
                <a:latin typeface="Arial"/>
                <a:ea typeface="Arial"/>
              </a:rPr>
              <a:t>SENCILLA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286" name="CustomShape 4"/>
          <p:cNvSpPr/>
          <p:nvPr/>
        </p:nvSpPr>
        <p:spPr>
          <a:xfrm>
            <a:off x="1297440" y="4840920"/>
            <a:ext cx="3215520" cy="1198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360">
            <a:solidFill>
              <a:schemeClr val="lt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</a:pPr>
            <a:r>
              <a:rPr b="0" lang="es" sz="2400" spc="-1" strike="noStrike">
                <a:solidFill>
                  <a:srgbClr val="82c7a5"/>
                </a:solidFill>
                <a:latin typeface="Arial"/>
                <a:ea typeface="Arial"/>
              </a:rPr>
              <a:t>FÁCIL</a:t>
            </a:r>
            <a:endParaRPr b="0" lang="es-E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ustomShape 1"/>
          <p:cNvSpPr/>
          <p:nvPr/>
        </p:nvSpPr>
        <p:spPr>
          <a:xfrm>
            <a:off x="823680" y="2737440"/>
            <a:ext cx="4586040" cy="1530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0" lang="es" sz="2800" spc="-1" strike="noStrike">
                <a:solidFill>
                  <a:srgbClr val="ffffff"/>
                </a:solidFill>
                <a:latin typeface="Montserrat"/>
                <a:ea typeface="Montserrat"/>
              </a:rPr>
              <a:t>De donde surgió la idea?</a:t>
            </a:r>
            <a:endParaRPr b="0" lang="es-E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1080000" y="576000"/>
            <a:ext cx="7038000" cy="502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15000"/>
              </a:lnSpc>
            </a:pPr>
            <a:r>
              <a:rPr b="0" lang="es" sz="2400" spc="-1" strike="noStrike">
                <a:solidFill>
                  <a:srgbClr val="ffffff"/>
                </a:solidFill>
                <a:latin typeface="Lato"/>
                <a:ea typeface="Lato"/>
              </a:rPr>
              <a:t>-Estudios</a:t>
            </a:r>
            <a:endParaRPr b="0" lang="es-ES" sz="2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s-ES" sz="2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r>
              <a:rPr b="0" lang="es" sz="2400" spc="-1" strike="noStrike">
                <a:solidFill>
                  <a:srgbClr val="ffffff"/>
                </a:solidFill>
                <a:latin typeface="Lato"/>
                <a:ea typeface="Lato"/>
              </a:rPr>
              <a:t>-Abundancia de datos</a:t>
            </a:r>
            <a:r>
              <a:rPr b="0" lang="es" sz="2400" spc="-1" strike="noStrike">
                <a:solidFill>
                  <a:srgbClr val="ffffff"/>
                </a:solidFill>
                <a:latin typeface="Lato"/>
                <a:ea typeface="Lato"/>
              </a:rPr>
              <a:t>	</a:t>
            </a:r>
            <a:r>
              <a:rPr b="0" lang="es" sz="2400" spc="-1" strike="noStrike">
                <a:solidFill>
                  <a:srgbClr val="ffffff"/>
                </a:solidFill>
                <a:latin typeface="Lato"/>
                <a:ea typeface="Lato"/>
              </a:rPr>
              <a:t>	</a:t>
            </a:r>
            <a:endParaRPr b="0" lang="es-ES" sz="2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s-ES" sz="2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s-ES" sz="2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s-ES" sz="2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r>
              <a:rPr b="0" lang="es" sz="2400" spc="-1" strike="noStrike">
                <a:solidFill>
                  <a:srgbClr val="ffffff"/>
                </a:solidFill>
                <a:latin typeface="Lato"/>
                <a:ea typeface="Lato"/>
              </a:rPr>
              <a:t>-Conocimiento</a:t>
            </a:r>
            <a:endParaRPr b="0" lang="es-ES" sz="2400" spc="-1" strike="noStrike">
              <a:latin typeface="Arial"/>
            </a:endParaRPr>
          </a:p>
        </p:txBody>
      </p:sp>
      <p:pic>
        <p:nvPicPr>
          <p:cNvPr id="289" name="Google Shape;177;p19" descr=""/>
          <p:cNvPicPr/>
          <p:nvPr/>
        </p:nvPicPr>
        <p:blipFill>
          <a:blip r:embed="rId1"/>
          <a:stretch/>
        </p:blipFill>
        <p:spPr>
          <a:xfrm>
            <a:off x="4572000" y="3892320"/>
            <a:ext cx="3919680" cy="2279160"/>
          </a:xfrm>
          <a:prstGeom prst="rect">
            <a:avLst/>
          </a:prstGeom>
          <a:ln>
            <a:noFill/>
          </a:ln>
        </p:spPr>
      </p:pic>
      <p:pic>
        <p:nvPicPr>
          <p:cNvPr id="290" name="" descr=""/>
          <p:cNvPicPr/>
          <p:nvPr/>
        </p:nvPicPr>
        <p:blipFill>
          <a:blip r:embed="rId2"/>
          <a:stretch/>
        </p:blipFill>
        <p:spPr>
          <a:xfrm>
            <a:off x="3182040" y="-176400"/>
            <a:ext cx="4665240" cy="2623680"/>
          </a:xfrm>
          <a:prstGeom prst="rect">
            <a:avLst/>
          </a:prstGeom>
          <a:ln>
            <a:noFill/>
          </a:ln>
        </p:spPr>
      </p:pic>
      <p:pic>
        <p:nvPicPr>
          <p:cNvPr id="291" name="" descr=""/>
          <p:cNvPicPr/>
          <p:nvPr/>
        </p:nvPicPr>
        <p:blipFill>
          <a:blip r:embed="rId3"/>
          <a:stretch/>
        </p:blipFill>
        <p:spPr>
          <a:xfrm>
            <a:off x="360" y="2448000"/>
            <a:ext cx="9142920" cy="1475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626400" y="2737440"/>
            <a:ext cx="4783320" cy="1530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0" lang="es" sz="2800" spc="-1" strike="noStrike">
                <a:solidFill>
                  <a:srgbClr val="ffffff"/>
                </a:solidFill>
                <a:latin typeface="Montserrat"/>
                <a:ea typeface="Montserrat"/>
              </a:rPr>
              <a:t>Qué información aporta?</a:t>
            </a:r>
            <a:endParaRPr b="0" lang="es-E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CustomShape 1"/>
          <p:cNvSpPr/>
          <p:nvPr/>
        </p:nvSpPr>
        <p:spPr>
          <a:xfrm>
            <a:off x="1297440" y="524880"/>
            <a:ext cx="7038000" cy="12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914400" indent="457200">
              <a:lnSpc>
                <a:spcPct val="100000"/>
              </a:lnSpc>
            </a:pP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  </a:t>
            </a: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Información geográfica</a:t>
            </a: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	</a:t>
            </a: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	</a:t>
            </a: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	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294" name="CustomShape 2"/>
          <p:cNvSpPr/>
          <p:nvPr/>
        </p:nvSpPr>
        <p:spPr>
          <a:xfrm>
            <a:off x="-198720" y="2016000"/>
            <a:ext cx="8406000" cy="403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914400" indent="457200">
              <a:lnSpc>
                <a:spcPct val="100000"/>
              </a:lnSpc>
            </a:pP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- Gráficos de lectura fijos</a:t>
            </a:r>
            <a:br/>
            <a:br/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	</a:t>
            </a: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- Información distintos tipos de carreteras</a:t>
            </a:r>
            <a:br/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	</a:t>
            </a:r>
            <a:br/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	</a:t>
            </a: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- Comparacion Información</a:t>
            </a:r>
            <a:br/>
            <a:br/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	</a:t>
            </a: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- Visualización de problemas</a:t>
            </a:r>
            <a:br/>
            <a:br/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	</a:t>
            </a: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- Organización de información</a:t>
            </a:r>
            <a:br/>
            <a:endParaRPr b="0" lang="es-E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CustomShape 1"/>
          <p:cNvSpPr/>
          <p:nvPr/>
        </p:nvSpPr>
        <p:spPr>
          <a:xfrm>
            <a:off x="823680" y="1155600"/>
            <a:ext cx="4586040" cy="469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0" lang="es" sz="2800" spc="-1" strike="noStrike">
                <a:solidFill>
                  <a:srgbClr val="ffffff"/>
                </a:solidFill>
                <a:latin typeface="Montserrat"/>
                <a:ea typeface="Montserrat"/>
              </a:rPr>
              <a:t>Como la muestra?</a:t>
            </a:r>
            <a:endParaRPr b="0" lang="es-E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CustomShape 1"/>
          <p:cNvSpPr/>
          <p:nvPr/>
        </p:nvSpPr>
        <p:spPr>
          <a:xfrm>
            <a:off x="1297440" y="524880"/>
            <a:ext cx="7038000" cy="12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CustomShape 2"/>
          <p:cNvSpPr/>
          <p:nvPr/>
        </p:nvSpPr>
        <p:spPr>
          <a:xfrm>
            <a:off x="1297440" y="2090160"/>
            <a:ext cx="3402000" cy="388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CustomShape 3"/>
          <p:cNvSpPr/>
          <p:nvPr/>
        </p:nvSpPr>
        <p:spPr>
          <a:xfrm>
            <a:off x="4933080" y="2090160"/>
            <a:ext cx="3402000" cy="388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99" name="" descr=""/>
          <p:cNvPicPr/>
          <p:nvPr/>
        </p:nvPicPr>
        <p:blipFill>
          <a:blip r:embed="rId1"/>
          <a:stretch/>
        </p:blipFill>
        <p:spPr>
          <a:xfrm>
            <a:off x="218880" y="1964520"/>
            <a:ext cx="4480560" cy="4006440"/>
          </a:xfrm>
          <a:prstGeom prst="rect">
            <a:avLst/>
          </a:prstGeom>
          <a:ln>
            <a:noFill/>
          </a:ln>
        </p:spPr>
      </p:pic>
      <p:pic>
        <p:nvPicPr>
          <p:cNvPr id="300" name="" descr=""/>
          <p:cNvPicPr/>
          <p:nvPr/>
        </p:nvPicPr>
        <p:blipFill>
          <a:blip r:embed="rId2"/>
          <a:stretch/>
        </p:blipFill>
        <p:spPr>
          <a:xfrm>
            <a:off x="4817160" y="1917360"/>
            <a:ext cx="4038120" cy="4061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CustomShape 1"/>
          <p:cNvSpPr/>
          <p:nvPr/>
        </p:nvSpPr>
        <p:spPr>
          <a:xfrm>
            <a:off x="564840" y="849600"/>
            <a:ext cx="5482440" cy="469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0" lang="es" sz="2800" spc="-1" strike="noStrike">
                <a:solidFill>
                  <a:srgbClr val="ffffff"/>
                </a:solidFill>
                <a:latin typeface="Montserrat"/>
                <a:ea typeface="Montserrat"/>
              </a:rPr>
              <a:t>Pero puede ofrece algo </a:t>
            </a:r>
            <a:br/>
            <a:r>
              <a:rPr b="0" lang="es" sz="2800" spc="-1" strike="noStrike">
                <a:solidFill>
                  <a:srgbClr val="ffffff"/>
                </a:solidFill>
                <a:latin typeface="Montserrat"/>
                <a:ea typeface="Montserrat"/>
              </a:rPr>
              <a:t>más la aplicación?</a:t>
            </a:r>
            <a:endParaRPr b="0" lang="es-E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"/>
          <p:cNvSpPr/>
          <p:nvPr/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CustomShape 2"/>
          <p:cNvSpPr/>
          <p:nvPr/>
        </p:nvSpPr>
        <p:spPr>
          <a:xfrm>
            <a:off x="457200" y="-432000"/>
            <a:ext cx="8542080" cy="3976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 están implementando varias funcionalidades las cuales dejarían añadir a mano datos, tanto de TCA como en POWERBI cuando la escala sea mayor.</a:t>
            </a:r>
            <a:endParaRPr b="0" lang="es-ES" sz="3200" spc="-1" strike="noStrike">
              <a:latin typeface="Arial"/>
            </a:endParaRPr>
          </a:p>
        </p:txBody>
      </p:sp>
      <p:pic>
        <p:nvPicPr>
          <p:cNvPr id="304" name="" descr=""/>
          <p:cNvPicPr/>
          <p:nvPr/>
        </p:nvPicPr>
        <p:blipFill>
          <a:blip r:embed="rId1"/>
          <a:stretch/>
        </p:blipFill>
        <p:spPr>
          <a:xfrm>
            <a:off x="360000" y="2124360"/>
            <a:ext cx="8348760" cy="4426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Shape 1"/>
          <p:cNvSpPr txBox="1"/>
          <p:nvPr/>
        </p:nvSpPr>
        <p:spPr>
          <a:xfrm>
            <a:off x="1297440" y="524880"/>
            <a:ext cx="7038000" cy="1217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Base de datos </a:t>
            </a:r>
            <a:endParaRPr b="0" lang="es-ES" sz="4400" spc="-1" strike="noStrike">
              <a:latin typeface="Arial"/>
            </a:endParaRPr>
          </a:p>
        </p:txBody>
      </p:sp>
      <p:pic>
        <p:nvPicPr>
          <p:cNvPr id="306" name="" descr=""/>
          <p:cNvPicPr/>
          <p:nvPr/>
        </p:nvPicPr>
        <p:blipFill>
          <a:blip r:embed="rId1"/>
          <a:stretch/>
        </p:blipFill>
        <p:spPr>
          <a:xfrm>
            <a:off x="11880" y="2313000"/>
            <a:ext cx="9143640" cy="1431000"/>
          </a:xfrm>
          <a:prstGeom prst="rect">
            <a:avLst/>
          </a:prstGeom>
          <a:ln>
            <a:noFill/>
          </a:ln>
        </p:spPr>
      </p:pic>
      <p:pic>
        <p:nvPicPr>
          <p:cNvPr id="307" name="" descr=""/>
          <p:cNvPicPr/>
          <p:nvPr/>
        </p:nvPicPr>
        <p:blipFill>
          <a:blip r:embed="rId2"/>
          <a:stretch/>
        </p:blipFill>
        <p:spPr>
          <a:xfrm>
            <a:off x="793440" y="4248000"/>
            <a:ext cx="7846560" cy="1080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/>
          <p:cNvSpPr/>
          <p:nvPr/>
        </p:nvSpPr>
        <p:spPr>
          <a:xfrm>
            <a:off x="1297440" y="524880"/>
            <a:ext cx="7038000" cy="12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</a:pP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Mejoras de cara al futuro</a:t>
            </a:r>
            <a:br/>
            <a:br/>
            <a:r>
              <a:rPr b="0" lang="es" sz="2400" spc="-1" strike="noStrike" u="sng">
                <a:solidFill>
                  <a:srgbClr val="ffffff"/>
                </a:solidFill>
                <a:uFillTx/>
                <a:latin typeface="Montserrat"/>
                <a:ea typeface="Montserrat"/>
              </a:rPr>
              <a:t>Versatilidad:</a:t>
            </a: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	</a:t>
            </a: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	</a:t>
            </a: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	</a:t>
            </a:r>
            <a:r>
              <a:rPr b="0" lang="e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	</a:t>
            </a:r>
            <a:r>
              <a:rPr b="0" lang="es" sz="2400" spc="-1" strike="noStrike" u="sng">
                <a:solidFill>
                  <a:srgbClr val="ffffff"/>
                </a:solidFill>
                <a:uFillTx/>
                <a:latin typeface="Montserrat"/>
                <a:ea typeface="Montserrat"/>
              </a:rPr>
              <a:t>Ajustes: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309" name="CustomShape 2"/>
          <p:cNvSpPr/>
          <p:nvPr/>
        </p:nvSpPr>
        <p:spPr>
          <a:xfrm>
            <a:off x="1297440" y="2310480"/>
            <a:ext cx="3402000" cy="388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15000"/>
              </a:lnSpc>
            </a:pPr>
            <a:r>
              <a:rPr b="0" lang="es" sz="1800" spc="-1" strike="noStrike">
                <a:solidFill>
                  <a:srgbClr val="ffffff"/>
                </a:solidFill>
                <a:latin typeface="Lato"/>
                <a:ea typeface="Lato"/>
              </a:rPr>
              <a:t>-Servidor para todo el mundo no red local.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r>
              <a:rPr b="0" lang="es" sz="1800" spc="-1" strike="noStrike">
                <a:solidFill>
                  <a:srgbClr val="ffffff"/>
                </a:solidFill>
                <a:latin typeface="Lato"/>
                <a:ea typeface="Lato"/>
              </a:rPr>
              <a:t>-Recadar información más facilmente y añadirla.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r>
              <a:rPr b="0" lang="es" sz="1800" spc="-1" strike="noStrike">
                <a:solidFill>
                  <a:srgbClr val="ffffff"/>
                </a:solidFill>
                <a:latin typeface="Lato"/>
                <a:ea typeface="Lato"/>
              </a:rPr>
              <a:t>-Actualización en tiempo real de la información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spcAft>
                <a:spcPts val="1599"/>
              </a:spcAft>
            </a:pPr>
            <a:endParaRPr b="0" lang="es-ES" sz="1800" spc="-1" strike="noStrike">
              <a:latin typeface="Arial"/>
            </a:endParaRPr>
          </a:p>
        </p:txBody>
      </p:sp>
      <p:sp>
        <p:nvSpPr>
          <p:cNvPr id="310" name="CustomShape 3"/>
          <p:cNvSpPr/>
          <p:nvPr/>
        </p:nvSpPr>
        <p:spPr>
          <a:xfrm>
            <a:off x="4933080" y="2304000"/>
            <a:ext cx="3402000" cy="388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15000"/>
              </a:lnSpc>
            </a:pPr>
            <a:r>
              <a:rPr b="0" lang="es" sz="1800" spc="-1" strike="noStrike">
                <a:solidFill>
                  <a:srgbClr val="ffffff"/>
                </a:solidFill>
                <a:latin typeface="Lato"/>
                <a:ea typeface="Lato"/>
              </a:rPr>
              <a:t>-Selección de idioma.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r>
              <a:rPr b="0" lang="es" sz="1800" spc="-1" strike="noStrike">
                <a:solidFill>
                  <a:srgbClr val="ffffff"/>
                </a:solidFill>
                <a:latin typeface="Lato"/>
                <a:ea typeface="Lato"/>
              </a:rPr>
              <a:t>-Layers más optimizados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r>
              <a:rPr b="0" lang="es" sz="1800" spc="-1" strike="noStrike">
                <a:solidFill>
                  <a:srgbClr val="ffffff"/>
                </a:solidFill>
                <a:latin typeface="Lato"/>
                <a:ea typeface="Lato"/>
              </a:rPr>
              <a:t>-Cambiar colores datos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spcAft>
                <a:spcPts val="1599"/>
              </a:spcAft>
            </a:pPr>
            <a:r>
              <a:rPr b="0" lang="es" sz="1800" spc="-1" strike="noStrike">
                <a:solidFill>
                  <a:srgbClr val="ffffff"/>
                </a:solidFill>
                <a:latin typeface="Lato"/>
                <a:ea typeface="Lato"/>
              </a:rPr>
              <a:t>-Cerrar sesión superadmin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CustomShape 1"/>
          <p:cNvSpPr/>
          <p:nvPr/>
        </p:nvSpPr>
        <p:spPr>
          <a:xfrm>
            <a:off x="3498120" y="2348280"/>
            <a:ext cx="7038000" cy="12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</a:pPr>
            <a:r>
              <a:rPr b="0" lang="es" sz="9600" spc="-1" strike="noStrike">
                <a:solidFill>
                  <a:srgbClr val="ffffff"/>
                </a:solidFill>
                <a:latin typeface="Montserrat"/>
                <a:ea typeface="Montserrat"/>
              </a:rPr>
              <a:t>FIN</a:t>
            </a:r>
            <a:endParaRPr b="0" lang="es-ES" sz="9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LibreOffice/6.4.4.2$Windows_X86_64 LibreOffice_project/3d775be2011f3886db32dfd395a6a6d1ca2630ff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dcterms:modified xsi:type="dcterms:W3CDTF">2021-03-19T18:06:40Z</dcterms:modified>
  <cp:revision>3</cp:revision>
  <dc:subject/>
  <dc:title/>
</cp:coreProperties>
</file>